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87D7A5-A44C-B540-9D7A-B0803D0D6DFB}" v="21" dt="2024-01-15T14:33:27.8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microsoft.com/office/2016/11/relationships/changesInfo" Target="changesInfos/changesInfo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Relationship Id="rId14" Type="http://schemas.microsoft.com/office/2015/10/relationships/revisionInfo" Target="revisionInfo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rak kaşıkçı" userId="7742b05892bc4154" providerId="LiveId" clId="{DD1E20DB-15B3-AD49-A01D-D3A6744DD2A1}"/>
    <pc:docChg chg="custSel modSld">
      <pc:chgData name="burak kaşıkçı" userId="7742b05892bc4154" providerId="LiveId" clId="{DD1E20DB-15B3-AD49-A01D-D3A6744DD2A1}" dt="2024-01-15T13:00:57.419" v="3" actId="27636"/>
      <pc:docMkLst>
        <pc:docMk/>
      </pc:docMkLst>
      <pc:sldChg chg="modSp">
        <pc:chgData name="burak kaşıkçı" userId="7742b05892bc4154" providerId="LiveId" clId="{DD1E20DB-15B3-AD49-A01D-D3A6744DD2A1}" dt="2024-01-15T13:00:57.419" v="3" actId="27636"/>
        <pc:sldMkLst>
          <pc:docMk/>
          <pc:sldMk cId="1320418450" sldId="256"/>
        </pc:sldMkLst>
        <pc:spChg chg="mod">
          <ac:chgData name="burak kaşıkçı" userId="7742b05892bc4154" providerId="LiveId" clId="{DD1E20DB-15B3-AD49-A01D-D3A6744DD2A1}" dt="2024-01-15T13:00:57.419" v="3" actId="27636"/>
          <ac:spMkLst>
            <pc:docMk/>
            <pc:sldMk cId="1320418450" sldId="256"/>
            <ac:spMk id="2" creationId="{DA846EA7-CCF4-7AF1-57AD-34126BC87AFB}"/>
          </ac:spMkLst>
        </pc:spChg>
      </pc:sldChg>
    </pc:docChg>
  </pc:docChgLst>
  <pc:docChgLst>
    <pc:chgData name="burak kaşıkçı" userId="7742b05892bc4154" providerId="LiveId" clId="{EB87D7A5-A44C-B540-9D7A-B0803D0D6DFB}"/>
    <pc:docChg chg="custSel modSld">
      <pc:chgData name="burak kaşıkçı" userId="7742b05892bc4154" providerId="LiveId" clId="{EB87D7A5-A44C-B540-9D7A-B0803D0D6DFB}" dt="2024-01-19T12:19:51.254" v="41" actId="20577"/>
      <pc:docMkLst>
        <pc:docMk/>
      </pc:docMkLst>
      <pc:sldChg chg="modSp">
        <pc:chgData name="burak kaşıkçı" userId="7742b05892bc4154" providerId="LiveId" clId="{EB87D7A5-A44C-B540-9D7A-B0803D0D6DFB}" dt="2024-01-19T12:19:51.254" v="41" actId="20577"/>
        <pc:sldMkLst>
          <pc:docMk/>
          <pc:sldMk cId="1320418450" sldId="256"/>
        </pc:sldMkLst>
        <pc:spChg chg="mod">
          <ac:chgData name="burak kaşıkçı" userId="7742b05892bc4154" providerId="LiveId" clId="{EB87D7A5-A44C-B540-9D7A-B0803D0D6DFB}" dt="2024-01-19T12:19:51.254" v="41" actId="20577"/>
          <ac:spMkLst>
            <pc:docMk/>
            <pc:sldMk cId="1320418450" sldId="256"/>
            <ac:spMk id="2" creationId="{DA846EA7-CCF4-7AF1-57AD-34126BC87AFB}"/>
          </ac:spMkLst>
        </pc:spChg>
      </pc:sldChg>
      <pc:sldChg chg="delSp">
        <pc:chgData name="burak kaşıkçı" userId="7742b05892bc4154" providerId="LiveId" clId="{EB87D7A5-A44C-B540-9D7A-B0803D0D6DFB}" dt="2024-01-19T08:08:54.429" v="25" actId="478"/>
        <pc:sldMkLst>
          <pc:docMk/>
          <pc:sldMk cId="732319737" sldId="258"/>
        </pc:sldMkLst>
        <pc:spChg chg="del">
          <ac:chgData name="burak kaşıkçı" userId="7742b05892bc4154" providerId="LiveId" clId="{EB87D7A5-A44C-B540-9D7A-B0803D0D6DFB}" dt="2024-01-19T08:08:54.429" v="25" actId="478"/>
          <ac:spMkLst>
            <pc:docMk/>
            <pc:sldMk cId="732319737" sldId="258"/>
            <ac:spMk id="3" creationId="{00000000-0000-0000-0000-000000000000}"/>
          </ac:spMkLst>
        </pc:spChg>
      </pc:sldChg>
      <pc:sldChg chg="addSp delSp modSp addAnim delAnim">
        <pc:chgData name="burak kaşıkçı" userId="7742b05892bc4154" providerId="LiveId" clId="{EB87D7A5-A44C-B540-9D7A-B0803D0D6DFB}" dt="2024-01-19T08:02:15.390" v="24" actId="478"/>
        <pc:sldMkLst>
          <pc:docMk/>
          <pc:sldMk cId="934967243" sldId="259"/>
        </pc:sldMkLst>
        <pc:spChg chg="mod">
          <ac:chgData name="burak kaşıkçı" userId="7742b05892bc4154" providerId="LiveId" clId="{EB87D7A5-A44C-B540-9D7A-B0803D0D6DFB}" dt="2024-01-19T08:02:08.100" v="23" actId="1076"/>
          <ac:spMkLst>
            <pc:docMk/>
            <pc:sldMk cId="934967243" sldId="259"/>
            <ac:spMk id="2" creationId="{00000000-0000-0000-0000-000000000000}"/>
          </ac:spMkLst>
        </pc:spChg>
        <pc:picChg chg="add mod">
          <ac:chgData name="burak kaşıkçı" userId="7742b05892bc4154" providerId="LiveId" clId="{EB87D7A5-A44C-B540-9D7A-B0803D0D6DFB}" dt="2024-01-15T14:32:45.913" v="15" actId="14100"/>
          <ac:picMkLst>
            <pc:docMk/>
            <pc:sldMk cId="934967243" sldId="259"/>
            <ac:picMk id="8" creationId="{307DA6CA-0CE5-1654-A8E9-EFD2D884D62B}"/>
          </ac:picMkLst>
        </pc:picChg>
        <pc:picChg chg="add mod">
          <ac:chgData name="burak kaşıkçı" userId="7742b05892bc4154" providerId="LiveId" clId="{EB87D7A5-A44C-B540-9D7A-B0803D0D6DFB}" dt="2024-01-15T14:33:27.894" v="20" actId="1076"/>
          <ac:picMkLst>
            <pc:docMk/>
            <pc:sldMk cId="934967243" sldId="259"/>
            <ac:picMk id="9" creationId="{B88C373E-45E4-7727-FEE7-54B63B8645EB}"/>
          </ac:picMkLst>
        </pc:picChg>
        <pc:picChg chg="add del mod">
          <ac:chgData name="burak kaşıkçı" userId="7742b05892bc4154" providerId="LiveId" clId="{EB87D7A5-A44C-B540-9D7A-B0803D0D6DFB}" dt="2024-01-19T08:02:15.390" v="24" actId="478"/>
          <ac:picMkLst>
            <pc:docMk/>
            <pc:sldMk cId="934967243" sldId="259"/>
            <ac:picMk id="10" creationId="{4D1FDD9E-8032-A38B-AD12-A689909011CE}"/>
          </ac:picMkLst>
        </pc:picChg>
      </pc:sldChg>
      <pc:sldChg chg="modSp">
        <pc:chgData name="burak kaşıkçı" userId="7742b05892bc4154" providerId="LiveId" clId="{EB87D7A5-A44C-B540-9D7A-B0803D0D6DFB}" dt="2024-01-19T09:01:13.965" v="39" actId="20577"/>
        <pc:sldMkLst>
          <pc:docMk/>
          <pc:sldMk cId="887251832" sldId="260"/>
        </pc:sldMkLst>
        <pc:spChg chg="mod">
          <ac:chgData name="burak kaşıkçı" userId="7742b05892bc4154" providerId="LiveId" clId="{EB87D7A5-A44C-B540-9D7A-B0803D0D6DFB}" dt="2024-01-19T09:01:13.965" v="39" actId="20577"/>
          <ac:spMkLst>
            <pc:docMk/>
            <pc:sldMk cId="887251832" sldId="260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tıklatın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56675-C46E-454E-978A-1FEED7791189}" type="datetimeFigureOut">
              <a:rPr lang="tr-TR" smtClean="0"/>
              <a:t>19.01.2024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394DC-B62A-EA40-A024-75D4262CB8E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43195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56675-C46E-454E-978A-1FEED7791189}" type="datetimeFigureOut">
              <a:rPr lang="tr-TR" smtClean="0"/>
              <a:t>19.01.2024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394DC-B62A-EA40-A024-75D4262CB8E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96295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56675-C46E-454E-978A-1FEED7791189}" type="datetimeFigureOut">
              <a:rPr lang="tr-TR" smtClean="0"/>
              <a:t>19.01.2024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394DC-B62A-EA40-A024-75D4262CB8E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05472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56675-C46E-454E-978A-1FEED7791189}" type="datetimeFigureOut">
              <a:rPr lang="tr-TR" smtClean="0"/>
              <a:t>19.01.2024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394DC-B62A-EA40-A024-75D4262CB8E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67679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56675-C46E-454E-978A-1FEED7791189}" type="datetimeFigureOut">
              <a:rPr lang="tr-TR" smtClean="0"/>
              <a:t>19.01.2024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394DC-B62A-EA40-A024-75D4262CB8E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76119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56675-C46E-454E-978A-1FEED7791189}" type="datetimeFigureOut">
              <a:rPr lang="tr-TR" smtClean="0"/>
              <a:t>19.01.2024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394DC-B62A-EA40-A024-75D4262CB8E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25365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56675-C46E-454E-978A-1FEED7791189}" type="datetimeFigureOut">
              <a:rPr lang="tr-TR" smtClean="0"/>
              <a:t>19.01.2024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394DC-B62A-EA40-A024-75D4262CB8E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99079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56675-C46E-454E-978A-1FEED7791189}" type="datetimeFigureOut">
              <a:rPr lang="tr-TR" smtClean="0"/>
              <a:t>19.01.2024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394DC-B62A-EA40-A024-75D4262CB8E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231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simgeyi tıklatın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56675-C46E-454E-978A-1FEED7791189}" type="datetimeFigureOut">
              <a:rPr lang="tr-TR" smtClean="0"/>
              <a:t>19.01.2024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394DC-B62A-EA40-A024-75D4262CB8E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01305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56675-C46E-454E-978A-1FEED7791189}" type="datetimeFigureOut">
              <a:rPr lang="tr-TR" smtClean="0"/>
              <a:t>19.01.2024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394DC-B62A-EA40-A024-75D4262CB8E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31589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56675-C46E-454E-978A-1FEED7791189}" type="datetimeFigureOut">
              <a:rPr lang="tr-TR" smtClean="0"/>
              <a:t>19.01.2024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394DC-B62A-EA40-A024-75D4262CB8E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9322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56675-C46E-454E-978A-1FEED7791189}" type="datetimeFigureOut">
              <a:rPr lang="tr-TR" smtClean="0"/>
              <a:t>19.01.2024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E394DC-B62A-EA40-A024-75D4262CB8E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821293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7" Type="http://schemas.openxmlformats.org/officeDocument/2006/relationships/image" Target="../media/image8.jpeg" /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7.jpeg" /><Relationship Id="rId5" Type="http://schemas.openxmlformats.org/officeDocument/2006/relationships/image" Target="../media/image6.jpeg" /><Relationship Id="rId4" Type="http://schemas.openxmlformats.org/officeDocument/2006/relationships/image" Target="../media/image5.jpe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 /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1.jpeg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A846EA7-CCF4-7AF1-57AD-34126BC87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2126" y="1311933"/>
            <a:ext cx="9144000" cy="2387600"/>
          </a:xfrm>
        </p:spPr>
        <p:txBody>
          <a:bodyPr>
            <a:normAutofit/>
          </a:bodyPr>
          <a:lstStyle/>
          <a:p>
            <a:r>
              <a:rPr lang="tr-TR" sz="2000" dirty="0" err="1"/>
              <a:t>Name:Hüseyin</a:t>
            </a:r>
            <a:r>
              <a:rPr lang="tr-TR" sz="2000" dirty="0"/>
              <a:t> Burak </a:t>
            </a:r>
            <a:br>
              <a:rPr lang="tr-TR" sz="2000" dirty="0"/>
            </a:br>
            <a:r>
              <a:rPr lang="tr-TR" sz="2000" dirty="0" err="1"/>
              <a:t>Surname:Kaşıkçı</a:t>
            </a:r>
            <a:br>
              <a:rPr lang="tr-TR" sz="2000" dirty="0"/>
            </a:br>
            <a:r>
              <a:rPr lang="tr-TR" sz="2000" dirty="0" err="1"/>
              <a:t>Department:Software</a:t>
            </a:r>
            <a:r>
              <a:rPr lang="tr-TR" sz="2000" dirty="0"/>
              <a:t> </a:t>
            </a:r>
            <a:r>
              <a:rPr lang="tr-TR" sz="2000" dirty="0" err="1"/>
              <a:t>Engineering</a:t>
            </a:r>
            <a:br>
              <a:rPr lang="tr-TR" sz="2000" dirty="0"/>
            </a:br>
            <a:r>
              <a:rPr lang="tr-TR" sz="2000" dirty="0" err="1"/>
              <a:t>Lesson:Englısh</a:t>
            </a:r>
            <a:r>
              <a:rPr lang="tr-TR" sz="2000" dirty="0"/>
              <a:t> 1 </a:t>
            </a:r>
            <a:r>
              <a:rPr lang="tr-TR" sz="2000" dirty="0" err="1"/>
              <a:t>Group</a:t>
            </a:r>
            <a:r>
              <a:rPr lang="tr-TR" sz="2000"/>
              <a:t> 8</a:t>
            </a:r>
            <a:endParaRPr lang="tr-TR" sz="2000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06713731-04E5-F842-7946-A1C9CBA263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0028"/>
            <a:ext cx="9144000" cy="1655762"/>
          </a:xfrm>
        </p:spPr>
        <p:txBody>
          <a:bodyPr/>
          <a:lstStyle/>
          <a:p>
            <a:r>
              <a:rPr lang="tr-TR" err="1"/>
              <a:t>Topic</a:t>
            </a:r>
            <a:r>
              <a:rPr lang="tr-TR"/>
              <a:t>: </a:t>
            </a:r>
            <a:r>
              <a:rPr lang="tr-TR" err="1"/>
              <a:t>I’d</a:t>
            </a:r>
            <a:r>
              <a:rPr lang="tr-TR"/>
              <a:t> </a:t>
            </a:r>
            <a:r>
              <a:rPr lang="tr-TR" err="1"/>
              <a:t>like</a:t>
            </a:r>
            <a:r>
              <a:rPr lang="tr-TR"/>
              <a:t> </a:t>
            </a:r>
            <a:r>
              <a:rPr lang="tr-TR" err="1"/>
              <a:t>to</a:t>
            </a:r>
            <a:r>
              <a:rPr lang="tr-TR"/>
              <a:t> </a:t>
            </a:r>
            <a:r>
              <a:rPr lang="tr-TR" err="1"/>
              <a:t>meet</a:t>
            </a:r>
            <a:r>
              <a:rPr lang="tr-TR"/>
              <a:t> </a:t>
            </a:r>
            <a:r>
              <a:rPr lang="tr-TR" err="1"/>
              <a:t>up</a:t>
            </a:r>
            <a:r>
              <a:rPr lang="tr-TR"/>
              <a:t> </a:t>
            </a:r>
            <a:r>
              <a:rPr lang="tr-TR" err="1"/>
              <a:t>with</a:t>
            </a:r>
            <a:r>
              <a:rPr lang="tr-TR"/>
              <a:t> </a:t>
            </a:r>
            <a:r>
              <a:rPr lang="tr-TR" err="1"/>
              <a:t>this</a:t>
            </a:r>
            <a:r>
              <a:rPr lang="tr-TR"/>
              <a:t> </a:t>
            </a:r>
            <a:r>
              <a:rPr lang="tr-TR" err="1"/>
              <a:t>celebrity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204184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err="1"/>
              <a:t>Chris</a:t>
            </a:r>
            <a:r>
              <a:rPr lang="tr-TR"/>
              <a:t> </a:t>
            </a:r>
            <a:r>
              <a:rPr lang="tr-TR" err="1"/>
              <a:t>Hemsworth</a:t>
            </a:r>
            <a:r>
              <a:rPr lang="tr-TR"/>
              <a:t>, </a:t>
            </a:r>
            <a:r>
              <a:rPr lang="tr-TR" err="1"/>
              <a:t>the</a:t>
            </a:r>
            <a:r>
              <a:rPr lang="tr-TR"/>
              <a:t> </a:t>
            </a:r>
            <a:r>
              <a:rPr lang="tr-TR" err="1"/>
              <a:t>Australian</a:t>
            </a:r>
            <a:r>
              <a:rPr lang="tr-TR"/>
              <a:t> </a:t>
            </a:r>
            <a:r>
              <a:rPr lang="tr-TR" err="1"/>
              <a:t>actor</a:t>
            </a:r>
            <a:r>
              <a:rPr lang="tr-TR"/>
              <a:t> </a:t>
            </a:r>
            <a:r>
              <a:rPr lang="tr-TR" err="1"/>
              <a:t>widely</a:t>
            </a:r>
            <a:r>
              <a:rPr lang="tr-TR"/>
              <a:t> </a:t>
            </a:r>
            <a:r>
              <a:rPr lang="tr-TR" err="1"/>
              <a:t>recognized</a:t>
            </a:r>
            <a:r>
              <a:rPr lang="tr-TR"/>
              <a:t> </a:t>
            </a:r>
            <a:r>
              <a:rPr lang="tr-TR" err="1"/>
              <a:t>for</a:t>
            </a:r>
            <a:r>
              <a:rPr lang="tr-TR"/>
              <a:t> his </a:t>
            </a:r>
            <a:r>
              <a:rPr lang="tr-TR" err="1"/>
              <a:t>iconic</a:t>
            </a:r>
            <a:r>
              <a:rPr lang="tr-TR"/>
              <a:t> </a:t>
            </a:r>
            <a:r>
              <a:rPr lang="tr-TR" err="1"/>
              <a:t>portrayal</a:t>
            </a:r>
            <a:r>
              <a:rPr lang="tr-TR"/>
              <a:t> of </a:t>
            </a:r>
            <a:r>
              <a:rPr lang="tr-TR" err="1"/>
              <a:t>Thor</a:t>
            </a:r>
            <a:r>
              <a:rPr lang="tr-TR"/>
              <a:t> in </a:t>
            </a:r>
            <a:r>
              <a:rPr lang="tr-TR" err="1"/>
              <a:t>the</a:t>
            </a:r>
            <a:r>
              <a:rPr lang="tr-TR"/>
              <a:t> </a:t>
            </a:r>
            <a:r>
              <a:rPr lang="tr-TR" err="1"/>
              <a:t>Marvel</a:t>
            </a:r>
            <a:r>
              <a:rPr lang="tr-TR"/>
              <a:t> </a:t>
            </a:r>
            <a:r>
              <a:rPr lang="tr-TR" err="1"/>
              <a:t>Cinematic</a:t>
            </a:r>
            <a:r>
              <a:rPr lang="tr-TR"/>
              <a:t> </a:t>
            </a:r>
            <a:r>
              <a:rPr lang="tr-TR" err="1"/>
              <a:t>Universe</a:t>
            </a:r>
            <a:r>
              <a:rPr lang="tr-TR"/>
              <a:t>, is a </a:t>
            </a:r>
            <a:r>
              <a:rPr lang="tr-TR" err="1"/>
              <a:t>charismatic</a:t>
            </a:r>
            <a:r>
              <a:rPr lang="tr-TR"/>
              <a:t> </a:t>
            </a:r>
            <a:r>
              <a:rPr lang="tr-TR" err="1"/>
              <a:t>and</a:t>
            </a:r>
            <a:r>
              <a:rPr lang="tr-TR"/>
              <a:t> </a:t>
            </a:r>
            <a:r>
              <a:rPr lang="tr-TR" err="1"/>
              <a:t>talented</a:t>
            </a:r>
            <a:r>
              <a:rPr lang="tr-TR"/>
              <a:t> </a:t>
            </a:r>
            <a:r>
              <a:rPr lang="tr-TR" err="1"/>
              <a:t>individual</a:t>
            </a:r>
            <a:r>
              <a:rPr lang="tr-TR"/>
              <a:t>. </a:t>
            </a:r>
            <a:r>
              <a:rPr lang="tr-TR" err="1"/>
              <a:t>With</a:t>
            </a:r>
            <a:r>
              <a:rPr lang="tr-TR"/>
              <a:t> his </a:t>
            </a:r>
            <a:r>
              <a:rPr lang="tr-TR" err="1"/>
              <a:t>striking</a:t>
            </a:r>
            <a:r>
              <a:rPr lang="tr-TR"/>
              <a:t> </a:t>
            </a:r>
            <a:r>
              <a:rPr lang="tr-TR" err="1"/>
              <a:t>looks</a:t>
            </a:r>
            <a:r>
              <a:rPr lang="tr-TR"/>
              <a:t>, </a:t>
            </a:r>
            <a:r>
              <a:rPr lang="tr-TR" err="1"/>
              <a:t>towering</a:t>
            </a:r>
            <a:r>
              <a:rPr lang="tr-TR"/>
              <a:t> </a:t>
            </a:r>
            <a:r>
              <a:rPr lang="tr-TR" err="1"/>
              <a:t>physique</a:t>
            </a:r>
            <a:r>
              <a:rPr lang="tr-TR"/>
              <a:t>, </a:t>
            </a:r>
            <a:r>
              <a:rPr lang="tr-TR" err="1"/>
              <a:t>and</a:t>
            </a:r>
            <a:r>
              <a:rPr lang="tr-TR"/>
              <a:t> </a:t>
            </a:r>
            <a:r>
              <a:rPr lang="tr-TR" err="1"/>
              <a:t>magnetic</a:t>
            </a:r>
            <a:r>
              <a:rPr lang="tr-TR"/>
              <a:t> on-</a:t>
            </a:r>
            <a:r>
              <a:rPr lang="tr-TR" err="1"/>
              <a:t>screen</a:t>
            </a:r>
            <a:r>
              <a:rPr lang="tr-TR"/>
              <a:t> presence, </a:t>
            </a:r>
            <a:r>
              <a:rPr lang="tr-TR" err="1"/>
              <a:t>Hemsworth</a:t>
            </a:r>
            <a:r>
              <a:rPr lang="tr-TR"/>
              <a:t> has </a:t>
            </a:r>
            <a:r>
              <a:rPr lang="tr-TR" err="1"/>
              <a:t>become</a:t>
            </a:r>
            <a:r>
              <a:rPr lang="tr-TR"/>
              <a:t> a global </a:t>
            </a:r>
            <a:r>
              <a:rPr lang="tr-TR" err="1"/>
              <a:t>sensation</a:t>
            </a:r>
            <a:r>
              <a:rPr lang="tr-TR"/>
              <a:t>. Beyond his </a:t>
            </a:r>
            <a:r>
              <a:rPr lang="tr-TR" err="1"/>
              <a:t>superhero</a:t>
            </a:r>
            <a:r>
              <a:rPr lang="tr-TR"/>
              <a:t> role, he has </a:t>
            </a:r>
            <a:r>
              <a:rPr lang="tr-TR" err="1"/>
              <a:t>showcased</a:t>
            </a:r>
            <a:r>
              <a:rPr lang="tr-TR"/>
              <a:t> his </a:t>
            </a:r>
            <a:r>
              <a:rPr lang="tr-TR" err="1"/>
              <a:t>versatility</a:t>
            </a:r>
            <a:r>
              <a:rPr lang="tr-TR"/>
              <a:t> in </a:t>
            </a:r>
            <a:r>
              <a:rPr lang="tr-TR" err="1"/>
              <a:t>various</a:t>
            </a:r>
            <a:r>
              <a:rPr lang="tr-TR"/>
              <a:t> </a:t>
            </a:r>
            <a:r>
              <a:rPr lang="tr-TR" err="1"/>
              <a:t>films</a:t>
            </a:r>
            <a:r>
              <a:rPr lang="tr-TR"/>
              <a:t>, </a:t>
            </a:r>
            <a:r>
              <a:rPr lang="tr-TR" err="1"/>
              <a:t>from</a:t>
            </a:r>
            <a:r>
              <a:rPr lang="tr-TR"/>
              <a:t> </a:t>
            </a:r>
            <a:r>
              <a:rPr lang="tr-TR" err="1"/>
              <a:t>action-packed</a:t>
            </a:r>
            <a:r>
              <a:rPr lang="tr-TR"/>
              <a:t> </a:t>
            </a:r>
            <a:r>
              <a:rPr lang="tr-TR" err="1"/>
              <a:t>blockbusters</a:t>
            </a:r>
            <a:r>
              <a:rPr lang="tr-TR"/>
              <a:t> </a:t>
            </a:r>
            <a:r>
              <a:rPr lang="tr-TR" err="1"/>
              <a:t>to</a:t>
            </a:r>
            <a:r>
              <a:rPr lang="tr-TR"/>
              <a:t> </a:t>
            </a:r>
            <a:r>
              <a:rPr lang="tr-TR" err="1"/>
              <a:t>more</a:t>
            </a:r>
            <a:r>
              <a:rPr lang="tr-TR"/>
              <a:t> </a:t>
            </a:r>
            <a:r>
              <a:rPr lang="tr-TR" err="1"/>
              <a:t>nuanced</a:t>
            </a:r>
            <a:r>
              <a:rPr lang="tr-TR"/>
              <a:t> </a:t>
            </a:r>
            <a:r>
              <a:rPr lang="tr-TR" err="1"/>
              <a:t>performances</a:t>
            </a:r>
            <a:r>
              <a:rPr lang="tr-TR"/>
              <a:t>. Meeting </a:t>
            </a:r>
            <a:r>
              <a:rPr lang="tr-TR" err="1"/>
              <a:t>Chris</a:t>
            </a:r>
            <a:r>
              <a:rPr lang="tr-TR"/>
              <a:t> </a:t>
            </a:r>
            <a:r>
              <a:rPr lang="tr-TR" err="1"/>
              <a:t>Hemsworth</a:t>
            </a:r>
            <a:r>
              <a:rPr lang="tr-TR"/>
              <a:t> </a:t>
            </a:r>
            <a:r>
              <a:rPr lang="tr-TR" err="1"/>
              <a:t>would</a:t>
            </a:r>
            <a:r>
              <a:rPr lang="tr-TR"/>
              <a:t> </a:t>
            </a:r>
            <a:r>
              <a:rPr lang="tr-TR" err="1"/>
              <a:t>undoubtedly</a:t>
            </a:r>
            <a:r>
              <a:rPr lang="tr-TR"/>
              <a:t> be an </a:t>
            </a:r>
            <a:r>
              <a:rPr lang="tr-TR" err="1"/>
              <a:t>exciting</a:t>
            </a:r>
            <a:r>
              <a:rPr lang="tr-TR"/>
              <a:t> </a:t>
            </a:r>
            <a:r>
              <a:rPr lang="tr-TR" err="1"/>
              <a:t>experience</a:t>
            </a:r>
            <a:r>
              <a:rPr lang="tr-TR"/>
              <a:t>, </a:t>
            </a:r>
            <a:r>
              <a:rPr lang="tr-TR" err="1"/>
              <a:t>offering</a:t>
            </a:r>
            <a:r>
              <a:rPr lang="tr-TR"/>
              <a:t> </a:t>
            </a:r>
            <a:r>
              <a:rPr lang="tr-TR" err="1"/>
              <a:t>the</a:t>
            </a:r>
            <a:r>
              <a:rPr lang="tr-TR"/>
              <a:t> </a:t>
            </a:r>
            <a:r>
              <a:rPr lang="tr-TR" err="1"/>
              <a:t>chance</a:t>
            </a:r>
            <a:r>
              <a:rPr lang="tr-TR"/>
              <a:t> </a:t>
            </a:r>
            <a:r>
              <a:rPr lang="tr-TR" err="1"/>
              <a:t>to</a:t>
            </a:r>
            <a:r>
              <a:rPr lang="tr-TR"/>
              <a:t> </a:t>
            </a:r>
            <a:r>
              <a:rPr lang="tr-TR" err="1"/>
              <a:t>engage</a:t>
            </a:r>
            <a:r>
              <a:rPr lang="tr-TR"/>
              <a:t> </a:t>
            </a:r>
            <a:r>
              <a:rPr lang="tr-TR" err="1"/>
              <a:t>with</a:t>
            </a:r>
            <a:r>
              <a:rPr lang="tr-TR"/>
              <a:t> a </a:t>
            </a:r>
            <a:r>
              <a:rPr lang="tr-TR" err="1"/>
              <a:t>down-to-earth</a:t>
            </a:r>
            <a:r>
              <a:rPr lang="tr-TR"/>
              <a:t> </a:t>
            </a:r>
            <a:r>
              <a:rPr lang="tr-TR" err="1"/>
              <a:t>celebrity</a:t>
            </a:r>
            <a:r>
              <a:rPr lang="tr-TR"/>
              <a:t> </a:t>
            </a:r>
            <a:r>
              <a:rPr lang="tr-TR" err="1"/>
              <a:t>who</a:t>
            </a:r>
            <a:r>
              <a:rPr lang="tr-TR"/>
              <a:t> has </a:t>
            </a:r>
            <a:r>
              <a:rPr lang="tr-TR" err="1"/>
              <a:t>left</a:t>
            </a:r>
            <a:r>
              <a:rPr lang="tr-TR"/>
              <a:t> an </a:t>
            </a:r>
            <a:r>
              <a:rPr lang="tr-TR" err="1"/>
              <a:t>indelible</a:t>
            </a:r>
            <a:r>
              <a:rPr lang="tr-TR"/>
              <a:t> mark on </a:t>
            </a:r>
            <a:r>
              <a:rPr lang="tr-TR" err="1"/>
              <a:t>the</a:t>
            </a:r>
            <a:r>
              <a:rPr lang="tr-TR"/>
              <a:t> </a:t>
            </a:r>
            <a:r>
              <a:rPr lang="tr-TR" err="1"/>
              <a:t>entertainment</a:t>
            </a:r>
            <a:r>
              <a:rPr lang="tr-TR"/>
              <a:t> </a:t>
            </a:r>
            <a:r>
              <a:rPr lang="tr-TR" err="1"/>
              <a:t>industry</a:t>
            </a:r>
            <a:r>
              <a:rPr lang="tr-TR"/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4125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4049920" y="177917"/>
            <a:ext cx="7849590" cy="2387600"/>
          </a:xfrm>
        </p:spPr>
        <p:txBody>
          <a:bodyPr>
            <a:normAutofit/>
          </a:bodyPr>
          <a:lstStyle/>
          <a:p>
            <a:r>
              <a:rPr lang="tr-TR" sz="4400"/>
              <a:t>I </a:t>
            </a:r>
            <a:r>
              <a:rPr lang="tr-TR" sz="3100"/>
              <a:t>can </a:t>
            </a:r>
            <a:r>
              <a:rPr lang="tr-TR" sz="3100" err="1"/>
              <a:t>meet</a:t>
            </a:r>
            <a:r>
              <a:rPr lang="tr-TR" sz="3100"/>
              <a:t> </a:t>
            </a:r>
            <a:r>
              <a:rPr lang="tr-TR" sz="3100" err="1"/>
              <a:t>with</a:t>
            </a:r>
            <a:r>
              <a:rPr lang="tr-TR" sz="3100"/>
              <a:t> </a:t>
            </a:r>
            <a:r>
              <a:rPr lang="tr-TR" sz="3100" err="1"/>
              <a:t>whis</a:t>
            </a:r>
            <a:r>
              <a:rPr lang="tr-TR" sz="3100"/>
              <a:t> </a:t>
            </a:r>
            <a:r>
              <a:rPr lang="tr-TR" sz="3100" err="1"/>
              <a:t>man</a:t>
            </a:r>
            <a:r>
              <a:rPr lang="tr-TR" sz="3100"/>
              <a:t> </a:t>
            </a:r>
            <a:r>
              <a:rPr lang="tr-TR" sz="3100" err="1"/>
              <a:t>anywhere</a:t>
            </a:r>
            <a:r>
              <a:rPr lang="tr-TR" sz="3100"/>
              <a:t>.</a:t>
            </a:r>
            <a:br>
              <a:rPr lang="tr-TR" sz="3100"/>
            </a:br>
            <a:r>
              <a:rPr lang="tr-TR" sz="3100"/>
              <a:t>I can do </a:t>
            </a:r>
            <a:r>
              <a:rPr lang="tr-TR" sz="3100" err="1"/>
              <a:t>shopping,ı</a:t>
            </a:r>
            <a:r>
              <a:rPr lang="tr-TR" sz="3100"/>
              <a:t> can </a:t>
            </a:r>
            <a:r>
              <a:rPr lang="tr-TR" sz="3100" err="1"/>
              <a:t>go</a:t>
            </a:r>
            <a:r>
              <a:rPr lang="tr-TR" sz="3100"/>
              <a:t> </a:t>
            </a:r>
            <a:r>
              <a:rPr lang="tr-TR" sz="3100" err="1"/>
              <a:t>gym</a:t>
            </a:r>
            <a:r>
              <a:rPr lang="tr-TR" sz="3100"/>
              <a:t> </a:t>
            </a:r>
            <a:r>
              <a:rPr lang="tr-TR" sz="3100" err="1"/>
              <a:t>with</a:t>
            </a:r>
            <a:r>
              <a:rPr lang="tr-TR" sz="3100"/>
              <a:t> </a:t>
            </a:r>
            <a:r>
              <a:rPr lang="tr-TR" sz="3100" err="1"/>
              <a:t>this</a:t>
            </a:r>
            <a:r>
              <a:rPr lang="tr-TR" sz="3100"/>
              <a:t> man. </a:t>
            </a:r>
            <a:br>
              <a:rPr lang="tr-TR" sz="3100"/>
            </a:br>
            <a:br>
              <a:rPr lang="tr-TR" sz="3100"/>
            </a:br>
            <a:endParaRPr lang="en-US" sz="310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30"/>
            <a:ext cx="3322046" cy="4377550"/>
          </a:xfrm>
          <a:prstGeom prst="rect">
            <a:avLst/>
          </a:prstGeom>
        </p:spPr>
      </p:pic>
      <p:sp>
        <p:nvSpPr>
          <p:cNvPr id="5" name="Content Placeholder 3"/>
          <p:cNvSpPr txBox="1">
            <a:spLocks/>
          </p:cNvSpPr>
          <p:nvPr/>
        </p:nvSpPr>
        <p:spPr>
          <a:xfrm>
            <a:off x="6499966" y="2737818"/>
            <a:ext cx="2588278" cy="22467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3702204" y="2213459"/>
            <a:ext cx="8370849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Ø"/>
            </a:pPr>
            <a:r>
              <a:rPr lang="tr-TR" sz="3100"/>
              <a:t>He is a THOR </a:t>
            </a:r>
            <a:endParaRPr lang="en-US"/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2570" y="2018371"/>
            <a:ext cx="2875258" cy="2565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3197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11511" y="705237"/>
            <a:ext cx="5642517" cy="2723763"/>
          </a:xfrm>
        </p:spPr>
        <p:txBody>
          <a:bodyPr>
            <a:normAutofit fontScale="90000"/>
          </a:bodyPr>
          <a:lstStyle/>
          <a:p>
            <a:r>
              <a:rPr lang="tr-TR"/>
              <a:t>He can do </a:t>
            </a:r>
            <a:r>
              <a:rPr lang="tr-TR" err="1"/>
              <a:t>snowboard</a:t>
            </a:r>
            <a:r>
              <a:rPr lang="tr-TR"/>
              <a:t> </a:t>
            </a:r>
            <a:r>
              <a:rPr lang="tr-TR" err="1"/>
              <a:t>with</a:t>
            </a:r>
            <a:r>
              <a:rPr lang="tr-TR"/>
              <a:t> </a:t>
            </a:r>
            <a:r>
              <a:rPr lang="tr-TR" err="1"/>
              <a:t>me.He</a:t>
            </a:r>
            <a:r>
              <a:rPr lang="tr-TR"/>
              <a:t> </a:t>
            </a:r>
            <a:r>
              <a:rPr lang="tr-TR" err="1"/>
              <a:t>like</a:t>
            </a:r>
            <a:r>
              <a:rPr lang="tr-TR"/>
              <a:t> </a:t>
            </a:r>
            <a:r>
              <a:rPr lang="tr-TR" err="1"/>
              <a:t>snowboarding</a:t>
            </a:r>
            <a:r>
              <a:rPr lang="tr-TR"/>
              <a:t> </a:t>
            </a:r>
            <a:r>
              <a:rPr lang="tr-TR" err="1"/>
              <a:t>with</a:t>
            </a:r>
            <a:r>
              <a:rPr lang="tr-TR"/>
              <a:t> </a:t>
            </a:r>
            <a:r>
              <a:rPr lang="tr-TR" err="1"/>
              <a:t>friends</a:t>
            </a:r>
            <a:r>
              <a:rPr lang="tr-TR"/>
              <a:t>.</a:t>
            </a:r>
            <a:br>
              <a:rPr lang="tr-TR"/>
            </a:br>
            <a:br>
              <a:rPr lang="tr-TR"/>
            </a:br>
            <a:r>
              <a:rPr lang="tr-TR"/>
              <a:t>He can </a:t>
            </a:r>
            <a:r>
              <a:rPr lang="tr-TR" err="1"/>
              <a:t>play</a:t>
            </a:r>
            <a:r>
              <a:rPr lang="tr-TR"/>
              <a:t> </a:t>
            </a:r>
            <a:r>
              <a:rPr lang="tr-TR" err="1"/>
              <a:t>drum</a:t>
            </a:r>
            <a:r>
              <a:rPr lang="tr-TR"/>
              <a:t> </a:t>
            </a:r>
            <a:r>
              <a:rPr lang="tr-TR" err="1"/>
              <a:t>for</a:t>
            </a:r>
            <a:r>
              <a:rPr lang="tr-TR"/>
              <a:t> </a:t>
            </a:r>
            <a:r>
              <a:rPr lang="tr-TR" err="1"/>
              <a:t>me.He</a:t>
            </a:r>
            <a:r>
              <a:rPr lang="tr-TR"/>
              <a:t> is a </a:t>
            </a:r>
            <a:r>
              <a:rPr lang="tr-TR" err="1"/>
              <a:t>good</a:t>
            </a:r>
            <a:r>
              <a:rPr lang="tr-TR"/>
              <a:t> at.</a:t>
            </a:r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1511" y="4200990"/>
            <a:ext cx="6400801" cy="2195977"/>
          </a:xfrm>
        </p:spPr>
        <p:txBody>
          <a:bodyPr/>
          <a:lstStyle/>
          <a:p>
            <a:pPr marL="0" indent="0">
              <a:buNone/>
            </a:pPr>
            <a:r>
              <a:rPr lang="tr-TR" err="1"/>
              <a:t>If</a:t>
            </a:r>
            <a:r>
              <a:rPr lang="tr-TR"/>
              <a:t> </a:t>
            </a:r>
            <a:r>
              <a:rPr lang="tr-TR" err="1"/>
              <a:t>we</a:t>
            </a:r>
            <a:r>
              <a:rPr lang="tr-TR"/>
              <a:t> </a:t>
            </a:r>
            <a:r>
              <a:rPr lang="tr-TR" err="1"/>
              <a:t>go</a:t>
            </a:r>
            <a:r>
              <a:rPr lang="tr-TR"/>
              <a:t> </a:t>
            </a:r>
            <a:r>
              <a:rPr lang="tr-TR" err="1"/>
              <a:t>gym</a:t>
            </a:r>
            <a:r>
              <a:rPr lang="tr-TR"/>
              <a:t> </a:t>
            </a:r>
            <a:r>
              <a:rPr lang="tr-TR" err="1"/>
              <a:t>we</a:t>
            </a:r>
            <a:r>
              <a:rPr lang="tr-TR"/>
              <a:t> </a:t>
            </a:r>
            <a:r>
              <a:rPr lang="tr-TR" err="1"/>
              <a:t>will</a:t>
            </a:r>
            <a:r>
              <a:rPr lang="tr-TR"/>
              <a:t> be </a:t>
            </a:r>
            <a:r>
              <a:rPr lang="tr-TR" err="1"/>
              <a:t>good</a:t>
            </a:r>
            <a:r>
              <a:rPr lang="tr-TR"/>
              <a:t> </a:t>
            </a:r>
            <a:r>
              <a:rPr lang="tr-TR" err="1"/>
              <a:t>gym</a:t>
            </a:r>
            <a:r>
              <a:rPr lang="tr-TR"/>
              <a:t> </a:t>
            </a:r>
            <a:r>
              <a:rPr lang="tr-TR" err="1"/>
              <a:t>bro’s</a:t>
            </a:r>
            <a:endParaRPr lang="en-US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1649592"/>
            <a:ext cx="2966224" cy="2642838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8453" y="0"/>
            <a:ext cx="3773547" cy="4702958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02958"/>
            <a:ext cx="2619681" cy="2155042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515" y="4623620"/>
            <a:ext cx="2220208" cy="2220208"/>
          </a:xfrm>
          <a:prstGeom prst="rect">
            <a:avLst/>
          </a:prstGeom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307DA6CA-0CE5-1654-A8E9-EFD2D884D6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8723" y="4673528"/>
            <a:ext cx="2220208" cy="2170300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B88C373E-45E4-7727-FEE7-54B63B8645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681" y="4728635"/>
            <a:ext cx="2220208" cy="217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9672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0" y="198662"/>
            <a:ext cx="10515600" cy="1325563"/>
          </a:xfrm>
        </p:spPr>
        <p:txBody>
          <a:bodyPr/>
          <a:lstStyle/>
          <a:p>
            <a:r>
              <a:rPr lang="tr-TR" dirty="0"/>
              <a:t>He has a </a:t>
            </a:r>
            <a:r>
              <a:rPr lang="tr-TR" dirty="0" err="1"/>
              <a:t>wonderful</a:t>
            </a:r>
            <a:r>
              <a:rPr lang="tr-TR" dirty="0"/>
              <a:t> </a:t>
            </a:r>
            <a:r>
              <a:rPr lang="tr-TR" dirty="0" err="1"/>
              <a:t>wife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/>
              <a:t>kids.</a:t>
            </a:r>
            <a:br>
              <a:rPr lang="tr-TR" dirty="0"/>
            </a:br>
            <a:r>
              <a:rPr lang="tr-TR" dirty="0"/>
              <a:t>He is a </a:t>
            </a:r>
            <a:r>
              <a:rPr lang="tr-TR" dirty="0" err="1"/>
              <a:t>good</a:t>
            </a:r>
            <a:r>
              <a:rPr lang="tr-TR" dirty="0"/>
              <a:t> </a:t>
            </a:r>
            <a:r>
              <a:rPr lang="tr-TR" dirty="0" err="1"/>
              <a:t>father.This</a:t>
            </a:r>
            <a:r>
              <a:rPr lang="tr-TR" dirty="0"/>
              <a:t> </a:t>
            </a:r>
            <a:r>
              <a:rPr lang="tr-TR" dirty="0" err="1"/>
              <a:t>man</a:t>
            </a:r>
            <a:r>
              <a:rPr lang="tr-TR" dirty="0"/>
              <a:t> </a:t>
            </a:r>
            <a:r>
              <a:rPr lang="tr-TR" dirty="0" err="1"/>
              <a:t>todally</a:t>
            </a:r>
            <a:r>
              <a:rPr lang="tr-TR" dirty="0"/>
              <a:t> </a:t>
            </a:r>
            <a:r>
              <a:rPr lang="tr-TR" dirty="0" err="1"/>
              <a:t>my</a:t>
            </a:r>
            <a:r>
              <a:rPr lang="tr-TR" dirty="0"/>
              <a:t> idol.</a:t>
            </a:r>
            <a:endParaRPr lang="en-US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" y="1924133"/>
            <a:ext cx="3570553" cy="3570553"/>
          </a:xfr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770" y="1924133"/>
            <a:ext cx="3742003" cy="3742003"/>
          </a:xfrm>
          <a:prstGeom prst="rect">
            <a:avLst/>
          </a:prstGeom>
        </p:spPr>
      </p:pic>
      <p:pic>
        <p:nvPicPr>
          <p:cNvPr id="1026" name="Picture 2" descr="Chris Hemsworth reveals his wife Elsa Pataky did not take his last name  after marriage for THIS reason | PINKVILL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7223" y="1693960"/>
            <a:ext cx="4030897" cy="4030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72518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3111190" y="800022"/>
            <a:ext cx="8989742" cy="2076993"/>
          </a:xfrm>
        </p:spPr>
        <p:txBody>
          <a:bodyPr>
            <a:normAutofit fontScale="90000"/>
          </a:bodyPr>
          <a:lstStyle/>
          <a:p>
            <a:r>
              <a:rPr lang="tr-TR" sz="4000" err="1"/>
              <a:t>This</a:t>
            </a:r>
            <a:r>
              <a:rPr lang="tr-TR" sz="4000"/>
              <a:t> </a:t>
            </a:r>
            <a:r>
              <a:rPr lang="tr-TR" sz="4000" err="1"/>
              <a:t>man</a:t>
            </a:r>
            <a:r>
              <a:rPr lang="tr-TR" sz="4000"/>
              <a:t> </a:t>
            </a:r>
            <a:r>
              <a:rPr lang="tr-TR" sz="4000" err="1"/>
              <a:t>have</a:t>
            </a:r>
            <a:r>
              <a:rPr lang="tr-TR" sz="4000"/>
              <a:t> a lot of </a:t>
            </a:r>
            <a:r>
              <a:rPr lang="tr-TR" sz="4000" err="1"/>
              <a:t>good</a:t>
            </a:r>
            <a:r>
              <a:rPr lang="tr-TR" sz="4000"/>
              <a:t> </a:t>
            </a:r>
            <a:r>
              <a:rPr lang="tr-TR" sz="4000" err="1"/>
              <a:t>movies</a:t>
            </a:r>
            <a:r>
              <a:rPr lang="tr-TR" sz="4000"/>
              <a:t> but </a:t>
            </a:r>
            <a:r>
              <a:rPr lang="tr-TR" sz="4000" err="1"/>
              <a:t>my</a:t>
            </a:r>
            <a:r>
              <a:rPr lang="tr-TR" sz="4000"/>
              <a:t> </a:t>
            </a:r>
            <a:r>
              <a:rPr lang="tr-TR" sz="4000" err="1"/>
              <a:t>favorite</a:t>
            </a:r>
            <a:r>
              <a:rPr lang="tr-TR" sz="4000"/>
              <a:t> is </a:t>
            </a:r>
            <a:r>
              <a:rPr lang="tr-TR" sz="4000" err="1"/>
              <a:t>extraction.It</a:t>
            </a:r>
            <a:r>
              <a:rPr lang="tr-TR" sz="4000"/>
              <a:t> </a:t>
            </a:r>
            <a:r>
              <a:rPr lang="tr-TR" sz="4000" err="1"/>
              <a:t>was</a:t>
            </a:r>
            <a:r>
              <a:rPr lang="tr-TR" sz="4000"/>
              <a:t> a </a:t>
            </a:r>
            <a:r>
              <a:rPr lang="tr-TR" sz="4000" err="1"/>
              <a:t>brilliant</a:t>
            </a:r>
            <a:r>
              <a:rPr lang="tr-TR" sz="4000"/>
              <a:t> </a:t>
            </a:r>
            <a:r>
              <a:rPr lang="tr-TR" sz="4000" err="1"/>
              <a:t>action</a:t>
            </a:r>
            <a:r>
              <a:rPr lang="tr-TR" sz="4000"/>
              <a:t> </a:t>
            </a:r>
            <a:r>
              <a:rPr lang="tr-TR" sz="4000" err="1"/>
              <a:t>movie.İts</a:t>
            </a:r>
            <a:r>
              <a:rPr lang="tr-TR" sz="4000"/>
              <a:t> </a:t>
            </a:r>
            <a:r>
              <a:rPr lang="tr-TR" sz="4000" err="1"/>
              <a:t>about</a:t>
            </a:r>
            <a:r>
              <a:rPr lang="tr-TR" sz="4000"/>
              <a:t> </a:t>
            </a:r>
            <a:r>
              <a:rPr lang="tr-TR" sz="4000" err="1"/>
              <a:t>saving</a:t>
            </a:r>
            <a:r>
              <a:rPr lang="tr-TR" sz="4000"/>
              <a:t> </a:t>
            </a:r>
            <a:r>
              <a:rPr lang="tr-TR" sz="4000" err="1"/>
              <a:t>one</a:t>
            </a:r>
            <a:r>
              <a:rPr lang="tr-TR" sz="4000"/>
              <a:t> </a:t>
            </a:r>
            <a:r>
              <a:rPr lang="tr-TR" sz="4000" err="1"/>
              <a:t>child</a:t>
            </a:r>
            <a:r>
              <a:rPr lang="tr-TR" sz="4000"/>
              <a:t> </a:t>
            </a:r>
            <a:r>
              <a:rPr lang="tr-TR" sz="4000" err="1"/>
              <a:t>and</a:t>
            </a:r>
            <a:r>
              <a:rPr lang="tr-TR" sz="4000"/>
              <a:t> he is </a:t>
            </a:r>
            <a:r>
              <a:rPr lang="tr-TR" sz="4000" err="1"/>
              <a:t>looking</a:t>
            </a:r>
            <a:r>
              <a:rPr lang="tr-TR" sz="4000"/>
              <a:t> </a:t>
            </a:r>
            <a:r>
              <a:rPr lang="tr-TR" sz="4000" err="1"/>
              <a:t>this</a:t>
            </a:r>
            <a:r>
              <a:rPr lang="tr-TR" sz="4000"/>
              <a:t> </a:t>
            </a:r>
            <a:r>
              <a:rPr lang="tr-TR" sz="4000" err="1"/>
              <a:t>child</a:t>
            </a:r>
            <a:r>
              <a:rPr lang="tr-TR" sz="4000"/>
              <a:t> </a:t>
            </a:r>
            <a:r>
              <a:rPr lang="tr-TR" sz="4000" err="1"/>
              <a:t>like</a:t>
            </a:r>
            <a:r>
              <a:rPr lang="tr-TR" sz="4000"/>
              <a:t> his </a:t>
            </a:r>
            <a:r>
              <a:rPr lang="tr-TR" sz="4000" err="1"/>
              <a:t>child</a:t>
            </a:r>
            <a:r>
              <a:rPr lang="tr-TR" sz="4000"/>
              <a:t>.</a:t>
            </a:r>
            <a:endParaRPr lang="en-US" sz="400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98" y="342203"/>
            <a:ext cx="2900892" cy="4351338"/>
          </a:xfrm>
        </p:spPr>
      </p:pic>
    </p:spTree>
    <p:extLst>
      <p:ext uri="{BB962C8B-B14F-4D97-AF65-F5344CB8AC3E}">
        <p14:creationId xmlns:p14="http://schemas.microsoft.com/office/powerpoint/2010/main" val="3627439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740590" y="3456432"/>
            <a:ext cx="10515600" cy="4351338"/>
          </a:xfrm>
        </p:spPr>
        <p:txBody>
          <a:bodyPr/>
          <a:lstStyle/>
          <a:p>
            <a:r>
              <a:rPr lang="tr-TR" err="1"/>
              <a:t>Thank</a:t>
            </a:r>
            <a:r>
              <a:rPr lang="tr-TR"/>
              <a:t> </a:t>
            </a:r>
            <a:r>
              <a:rPr lang="tr-TR" err="1"/>
              <a:t>you</a:t>
            </a:r>
            <a:r>
              <a:rPr lang="tr-TR"/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869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eması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eması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eması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Geniş ekran</PresentationFormat>
  <Slides>7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8" baseType="lpstr">
      <vt:lpstr>Office Theme</vt:lpstr>
      <vt:lpstr>Name:Hüseyin Burak  Surname:Kaşıkçı Department:Software Engineering Lesson:Englısh 1 Group 8</vt:lpstr>
      <vt:lpstr>PowerPoint Sunusu</vt:lpstr>
      <vt:lpstr>I can meet with whis man anywhere. I can do shopping,ı can go gym with this man.   </vt:lpstr>
      <vt:lpstr>He can do snowboard with me.He like snowboarding with friends.  He can play drum for me.He is a good at.</vt:lpstr>
      <vt:lpstr>He has a wonderful wife and kids. He is a good father.This man todally my idol.</vt:lpstr>
      <vt:lpstr>This man have a lot of good movies but my favorite is extraction.It was a brilliant action movie.İts about saving one child and he is looking this child like his child.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Chris Hemsworth, the Australian actor widely recognized for his iconic portrayal of Thor in the Marvel Cinematic Universe, is a charismatic and talented individual. With his striking looks, towering physique, and magnetic on-screen presence, Hemsworth has become a global sensation. Beyond his superhero role, he has showcased his versatility in various films, from action-packed blockbusters to more nuanced performances. Meeting Chris Hemsworth would undoubtedly be an exciting experience, offering the chance to engage with a down-to-earth celebrity who has left an indelible mark on the entertainment industry.</dc:title>
  <dc:creator>burak kaşıkçı</dc:creator>
  <cp:lastModifiedBy>burak kaşıkçı</cp:lastModifiedBy>
  <cp:revision>2</cp:revision>
  <dcterms:created xsi:type="dcterms:W3CDTF">2024-01-15T13:00:31Z</dcterms:created>
  <dcterms:modified xsi:type="dcterms:W3CDTF">2024-01-19T12:19:55Z</dcterms:modified>
</cp:coreProperties>
</file>